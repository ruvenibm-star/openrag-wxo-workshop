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Project Status Report,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 Defence · Programme Management Office · reported 6 October 2026</a:t>
            </a:r>
          </a:p>
          <a:p>
            <a:r>
              <a:t>FICTIONAL SAMPLE DOCUMENT FOR WORKSHOP USE. Blue Defence and the content of this document are fictional.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HALCYON: Sentinel-7 fleet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AMBER</a:t>
            </a:r>
          </a:p>
          <a:p>
            <a:r>
              <a:t>8 of 12 vessels delivered</a:t>
            </a:r>
          </a:p>
          <a:p>
            <a:r>
              <a:t>Cause: late delivery of battery modules from Volta Marine Energy</a:t>
            </a:r>
          </a:p>
          <a:p>
            <a:r>
              <a:t>Recovery plan: remaining 4 vessels delivered by 15 December 2026</a:t>
            </a:r>
          </a:p>
          <a:p>
            <a:r>
              <a:t>Budget SGD 18.6 million; SGD 11.2 million spent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LANTERN: classified document search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GREEN</a:t>
            </a:r>
          </a:p>
          <a:p>
            <a:r>
              <a:t>240 pilot users across 6 divisions</a:t>
            </a:r>
          </a:p>
          <a:p>
            <a:r>
              <a:t>Go-live: 15 January 2027</a:t>
            </a:r>
          </a:p>
          <a:p>
            <a:r>
              <a:t>Next step: accessibility testing in November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ORCHID: secure data centre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RED</a:t>
            </a:r>
          </a:p>
          <a:p>
            <a:r>
              <a:t>61 of 140 workloads migrated</a:t>
            </a:r>
          </a:p>
          <a:p>
            <a:r>
              <a:t>12% over budget (SGD 1.4 million)</a:t>
            </a:r>
          </a:p>
          <a:p>
            <a:r>
              <a:t>Decision needed: steering committee on 12 November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Key date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HALCYON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 December 2026: last 4 vessels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LANTERN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 January 2027: go-live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ORCHID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 November 2026: steering committee decision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Blue Defence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